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029200" cy="5029200"/>
          </a:xfrm>
          <a:prstGeom prst="ellipse">
            <a:avLst/>
          </a:prstGeom>
          <a:solidFill>
            <a:srgbClr val="24344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840480" cy="3840480"/>
          </a:xfrm>
          <a:prstGeom prst="ellipse">
            <a:avLst/>
          </a:prstGeom>
          <a:solidFill>
            <a:srgbClr val="0E7C8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234440"/>
            <a:ext cx="1005840" cy="10058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14959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468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· CATÁLOGOS DIGITALES PARA MYPEs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788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del Panel Superadmin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tiendas, planes y suscripciones — estado actual, hallazgos del código y decisiones para escalar a volumen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5074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por Idenza / Jack Franklin Quispe Luján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 junio de 2026 · Documento de evaluación (no modifica el sistema)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estamos evaluando esto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 negocio es vender catálogos a muchos negocios. Para escalar en volumen, administrar tiendas tiene que ser rápido, predecible y, donde se pueda, autoservicio. Hoy el panel super es el cuello de botella.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92608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315193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931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tienda nueva pasa por gestión manual del super. A 10 tiendas funciona; a 200 no.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07408" y="260604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27448" y="292608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305" y="315193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7448" y="3931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Fricción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27448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mezcladas y sin jerarquía hacen lento y propenso a error cada cambio.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66176" y="2606040"/>
            <a:ext cx="3611880" cy="2926080"/>
          </a:xfrm>
          <a:prstGeom prst="roundRect">
            <a:avLst>
              <a:gd name="adj" fmla="val 3125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86216" y="292608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073" y="3151937"/>
            <a:ext cx="416966" cy="41696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86216" y="39319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Cobro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586216" y="44348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plan altera la fecha de vencimiento — afecta directamente lo que se cobra.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· Evaluación del Panel Superadmin · Junio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dolores reportados — qué dice el código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11096"/>
            <a:ext cx="868680" cy="868680"/>
          </a:xfrm>
          <a:prstGeom prst="ellipse">
            <a:avLst/>
          </a:prstGeom>
          <a:solidFill>
            <a:srgbClr val="C985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136953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80136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“Está desordenado, hay muchas funciones”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65960" y="231343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8–9 acciones apiladas en un panel expandible, sin jerarquía. Lo rutinario y lo destructivo conviven mezclados.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95360" y="2075688"/>
            <a:ext cx="2788920" cy="530352"/>
          </a:xfrm>
          <a:prstGeom prst="roundRect">
            <a:avLst>
              <a:gd name="adj" fmla="val 50000"/>
            </a:avLst>
          </a:prstGeom>
          <a:solidFill>
            <a:srgbClr val="C9852B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0" y="207568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3264408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575304"/>
            <a:ext cx="868680" cy="868680"/>
          </a:xfrm>
          <a:prstGeom prst="ellipse">
            <a:avLst/>
          </a:prstGeom>
          <a:solidFill>
            <a:srgbClr val="2E7D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7" y="3801161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5960" y="346557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hay filtros para buscar tiendas”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1965960" y="39776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ya trae búsqueda + 4 filtros (plan, estado, nicho, libro). Ocultos tras “Filtros Avanzados” o el deploy es viejo.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595360" y="3739896"/>
            <a:ext cx="2788920" cy="530352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7" name="Text 13"/>
          <p:cNvSpPr/>
          <p:nvPr/>
        </p:nvSpPr>
        <p:spPr>
          <a:xfrm>
            <a:off x="8595360" y="373989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REALIDAD SÍ EXISTEN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492861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5239512"/>
            <a:ext cx="868680" cy="868680"/>
          </a:xfrm>
          <a:prstGeom prst="ellipse">
            <a:avLst/>
          </a:prstGeom>
          <a:solidFill>
            <a:srgbClr val="B5483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537" y="5465369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965960" y="5129784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 puedo cambiar plan sin sumarle un mes”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1965960" y="5641848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plan siempre recalcula el vencimiento desde hoy. No existe “solo cambiar plan”. Es el hallazgo más importante.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8595360" y="5404104"/>
            <a:ext cx="2788920" cy="530352"/>
          </a:xfrm>
          <a:prstGeom prst="roundRect">
            <a:avLst>
              <a:gd name="adj" fmla="val 50000"/>
            </a:avLst>
          </a:prstGeom>
          <a:solidFill>
            <a:srgbClr val="B5483D"/>
          </a:solidFill>
          <a:ln/>
        </p:spPr>
      </p:sp>
      <p:sp>
        <p:nvSpPr>
          <p:cNvPr id="24" name="Text 19"/>
          <p:cNvSpPr/>
          <p:nvPr/>
        </p:nvSpPr>
        <p:spPr>
          <a:xfrm>
            <a:off x="8595360" y="5404104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— BUG DE DISEÑO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· Evaluación del Panel Superadmin · Junio 2026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Inventario: qué puede hacer hoy el super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Auditado en SubscriptionManager.tsx (810 líneas) y super.tiendas.tsx (632 líneas). El problema no es falta de funciones — es exceso sin orden.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237744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sobre la tienda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7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(nombre, slug, ID, teléfono)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 siempre visible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Filtros: plan, estado, nicho, libro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Ocultos tras “Filtros Avanzados”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Renovar / Cambiar plan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C98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Mezclado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 2 operaciones distintas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Extender (sumar meses)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confunde con Renovar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15 días (Empr./Pro)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de soporte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Suspender / Activar · Cancelar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Impersonar · Alerta WhatsApp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Liberar URL · Eliminar tienda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B548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aislar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Destructivas, mezcladas con el resto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· Evaluación del Panel Superadmin · Junio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PRINCIPAL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Cambiar de plan obliga a resetear el vencimiento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0E1822"/>
          </a:solidFill>
          <a:ln w="12700">
            <a:solidFill>
              <a:srgbClr val="3348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052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activate_subscription (RPC Supabase)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v_expires_at := NOW() + (p_duration_months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|| ' months')::INTERVAL;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stores SET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C7D3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 = p_plan,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8B8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plan_expires_at = v_expires_at;  // SIEMPRE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5303520" cy="2331720"/>
          </a:xfrm>
          <a:prstGeom prst="roundRect">
            <a:avLst>
              <a:gd name="adj" fmla="val 2353"/>
            </a:avLst>
          </a:prstGeom>
          <a:solidFill>
            <a:srgbClr val="243443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B548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719" y="20052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92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en la práctica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583680" y="2395728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en Pro con 20 días restantes →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subes a Ilimitado →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vencimiento se reinicia a hoy + 1 mes.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8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pierde sus 20 días pagados.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251960"/>
            <a:ext cx="11064240" cy="2057400"/>
          </a:xfrm>
          <a:prstGeom prst="roundRect">
            <a:avLst>
              <a:gd name="adj" fmla="val 3556"/>
            </a:avLst>
          </a:prstGeom>
          <a:solidFill>
            <a:srgbClr val="13202C"/>
          </a:solidFill>
          <a:ln w="12700">
            <a:solidFill>
              <a:srgbClr val="33485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4348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causa: una sola operación hace dos trabajos distintos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68680" y="49834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243443"/>
          </a:solidFill>
          <a:ln/>
        </p:spPr>
      </p:sp>
      <p:sp>
        <p:nvSpPr>
          <p:cNvPr id="17" name="Text 13"/>
          <p:cNvSpPr/>
          <p:nvPr/>
        </p:nvSpPr>
        <p:spPr>
          <a:xfrm>
            <a:off x="1097280" y="5102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Cambiar plan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097280" y="54681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conservar la fecha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1097280" y="58155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434840" y="49834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243443"/>
          </a:solidFill>
          <a:ln/>
        </p:spPr>
      </p:sp>
      <p:sp>
        <p:nvSpPr>
          <p:cNvPr id="21" name="Text 17"/>
          <p:cNvSpPr/>
          <p:nvPr/>
        </p:nvSpPr>
        <p:spPr>
          <a:xfrm>
            <a:off x="4663440" y="5102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Renovar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663440" y="54681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fecha = hoy + N meses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663440" y="58155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001000" y="498348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243443"/>
          </a:solidFill>
          <a:ln/>
        </p:spPr>
      </p:sp>
      <p:sp>
        <p:nvSpPr>
          <p:cNvPr id="25" name="Text 21"/>
          <p:cNvSpPr/>
          <p:nvPr/>
        </p:nvSpPr>
        <p:spPr>
          <a:xfrm>
            <a:off x="8229600" y="51023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Extender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8229600" y="546811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meses al vencimiento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8229600" y="58155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D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· Evaluación del Panel Superadmin · Junio 2026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 panel se siente caótico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1680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299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al mismo nivel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Renovar, extender, suspender, eliminar y liberar URL tienen el mismo peso visual. Sin jerarquía entre lo diario y lo excepcional.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6596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322" y="216804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299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que se solapan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27889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Renovar, Extender y Prueba tocan fecha/plan de tres maneras distintas, sin un lugar único que muestre el estado de la suscripción.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29768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4997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3616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Destructivas sin aislar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68680" y="5120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tienda y Liberar URL deberían estar en una “zona de peligro” aparte, no junto a Renovar.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297680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44997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36168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Filtros escondidos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92240" y="51206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filtros potentes están detrás de un botón. Quien no lo descubre cree que no existen.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· Evaluación del Panel Superadmin · Junio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EL ORDEN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cambios principales, agrupados por intención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18653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· Suscripción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5720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plan (conserva fecha) — falta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Renovar / Extender — existe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15 días — existe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personalizado — existe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fecha manual — opcional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89320" y="1645920"/>
            <a:ext cx="5623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920240"/>
            <a:ext cx="292608" cy="29260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86537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 · Estado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37744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Suspender / Activar — existe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Cancelar con motivo — existe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3172968"/>
            <a:ext cx="5623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3447288"/>
            <a:ext cx="292608" cy="292608"/>
          </a:xfrm>
          <a:prstGeom prst="ellipse">
            <a:avLst/>
          </a:prstGeom>
          <a:solidFill>
            <a:srgbClr val="C9852B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39242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· Acceso y soporte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09360" y="39044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Impersonar / Acceder — existe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por WhatsApp — existe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4709160"/>
            <a:ext cx="5623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4983480"/>
            <a:ext cx="292608" cy="292608"/>
          </a:xfrm>
          <a:prstGeom prst="ellipse">
            <a:avLst/>
          </a:prstGeom>
          <a:solidFill>
            <a:srgbClr val="B5483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92861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· Zona de peligro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54406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URL — mover aquí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tienda — mover aquí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· Evaluación del Panel Superadmin · Junio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hacer primero — priorizado por impacto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594360" cy="59436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7922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el deploy de filtros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00200" y="21945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nulo. Quizá los filtros ya existen en producción y solo falta un re-deploy. Resuelve el dolor “no hay filtros” sin programar.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71216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118104"/>
            <a:ext cx="594360" cy="594360"/>
          </a:xfrm>
          <a:prstGeom prst="ellipse">
            <a:avLst/>
          </a:prstGeom>
          <a:solidFill>
            <a:srgbClr val="B548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181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30175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Separar “Cambiar plan” de “Renovar”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00200" y="341985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alto — el dolor real. Modo “mantener vencimiento” en el RPC + botón propio. Lo que más te desbloquea.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43400"/>
            <a:ext cx="594360" cy="5943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00200" y="42428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Reagrupar el panel en 4 bloques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6451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visual: secciones con título y zona de peligro aislada. No cambia lógica.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321808"/>
            <a:ext cx="11064240" cy="1078992"/>
          </a:xfrm>
          <a:prstGeom prst="roundRect">
            <a:avLst>
              <a:gd name="adj" fmla="val 6780"/>
            </a:avLst>
          </a:prstGeom>
          <a:solidFill>
            <a:srgbClr val="F1F5F8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568696"/>
            <a:ext cx="594360" cy="594360"/>
          </a:xfrm>
          <a:prstGeom prst="ellipse">
            <a:avLst/>
          </a:prstGeom>
          <a:solidFill>
            <a:srgbClr val="C9852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6869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00200" y="54681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Subir filtros clave a la barra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00200" y="58704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 estado siempre visibles; nicho y libro en “Avanzados”.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· Evaluación del Panel Superadmin · Junio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754880" cy="4754880"/>
          </a:xfrm>
          <a:prstGeom prst="ellipse">
            <a:avLst/>
          </a:prstGeom>
          <a:solidFill>
            <a:srgbClr val="243443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645920"/>
            <a:ext cx="4023360" cy="4023360"/>
          </a:xfrm>
          <a:prstGeom prst="ellipse">
            <a:avLst/>
          </a:prstGeom>
          <a:solidFill>
            <a:srgbClr val="0E7C86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22960"/>
            <a:ext cx="914400" cy="9144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06070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874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FB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" y="217627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 para poder escalar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tiene casi todo. Falta orden y una corrección concreta. Si quieres vender a muchos negocios, cada cambio de plan, renovación y alta debe ser de segundos y sin riesgo de cobro.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77240" y="42976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243443"/>
          </a:solidFill>
          <a:ln/>
        </p:spPr>
      </p:sp>
      <p:sp>
        <p:nvSpPr>
          <p:cNvPr id="10" name="Shape 7"/>
          <p:cNvSpPr/>
          <p:nvPr/>
        </p:nvSpPr>
        <p:spPr>
          <a:xfrm>
            <a:off x="1051560" y="452628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81" y="46927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Decisión inmediata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051560" y="5550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P2: separar Cambiar plan de Renovar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480560" y="42976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243443"/>
          </a:solidFill>
          <a:ln/>
        </p:spPr>
      </p:sp>
      <p:sp>
        <p:nvSpPr>
          <p:cNvPr id="15" name="Shape 11"/>
          <p:cNvSpPr/>
          <p:nvPr/>
        </p:nvSpPr>
        <p:spPr>
          <a:xfrm>
            <a:off x="4754880" y="452628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301" y="46927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impacto a volumen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754880" y="5550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la gestión manual por tienda (P3 + P4)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183880" y="42976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243443"/>
          </a:solidFill>
          <a:ln/>
        </p:spPr>
      </p:sp>
      <p:sp>
        <p:nvSpPr>
          <p:cNvPr id="20" name="Shape 15"/>
          <p:cNvSpPr/>
          <p:nvPr/>
        </p:nvSpPr>
        <p:spPr>
          <a:xfrm>
            <a:off x="8458200" y="452628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621" y="46927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58200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Siguiente entregable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458200" y="5550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FB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 de P2, archivo por archivo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77724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E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· dizi.idenza.site · Catálogos digitales para MYPEs peruanas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Dizi — Diagnóstico del Panel Superadmin</dc:title>
  <dc:subject>PptxGenJS Presentation</dc:subject>
  <dc:creator>Idenza / Jack Franklin</dc:creator>
  <cp:lastModifiedBy>Idenza / Jack Franklin</cp:lastModifiedBy>
  <cp:revision>1</cp:revision>
  <dcterms:created xsi:type="dcterms:W3CDTF">2026-06-28T17:52:54Z</dcterms:created>
  <dcterms:modified xsi:type="dcterms:W3CDTF">2026-06-28T17:52:54Z</dcterms:modified>
</cp:coreProperties>
</file>