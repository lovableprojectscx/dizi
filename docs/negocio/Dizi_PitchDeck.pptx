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dizi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Digitales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Revolución del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Catálogo Web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Digitalizando el comercio local peruano con velocidad y simplicidad.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3931920"/>
            <a:ext cx="25603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931920"/>
            <a:ext cx="25603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S/0.18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visita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3931920"/>
            <a:ext cx="25603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generadas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dizi.idenza.site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 MYPEs peruanas vende por WhatsApp de forma caótica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pesados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debe descargar archivos que ocupan espacio y se quedan desactualizados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6002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sueltas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9202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precios en texto, imágenes sin orden ni descripción clara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responde las mismas preguntas una y otra vez manualmente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perdidas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474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aburre y compra en otro lugar que le da información clara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digital profesional listo en 2 minutos, compartible por WhatsApp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convierte cualquier negocio peruano en una tienda digital profesional, sin técnicos, sin apps y sin complicaciones.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1752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017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web 100% móvil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01752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3017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para Instagram y Facebook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01752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017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 descargable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476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premium por nicho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79476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379476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del catálogo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79476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79476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completo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Producto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un negocio necesita para vender digitalmente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Negocio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Gestión de productos con fotos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Categorías ilimitadas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Personalización de diseño y color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Subida de logo y banner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Estadísticas de visitas y clicks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Libro de reclamaciones integrado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393192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URL única: dizi.idenza.site/t/tunegocio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Bio-Link para redes sociales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79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Búsqueda inteligente de productos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09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Botón de WhatsApp por producto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39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Código QR descargable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69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17 modelos de diseño por nicho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Premium por Nicho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catálogo se diseña para el tipo de negocio — no un template genérico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64008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Floreria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con foto de portada cinematografica, tipografia serif elegante, categorias de arreglos y ramos, paleta rosada premium.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cliente real: Floreria Rouss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dizi.idenza.site/t/rouss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71600"/>
            <a:ext cx="384048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dark mode cinematografico, tipografia bold industrial, productos destacados con precio y precio tachado, badge DESTACADO.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Demo: Burger Co.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nichos en desarrollo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modelos por nicho en desarrollo — acceso anticipado para usuarios Pro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Planes y Precios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Accesibles para el mercado peruano. Sin permanencia.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Semilla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1371600"/>
            <a:ext cx="201168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23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6352" y="1188720"/>
            <a:ext cx="1280160" cy="25603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50592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Emprendedor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50592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9.90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50592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24912" y="2926080"/>
            <a:ext cx="1463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productos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50592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37160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26864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14.90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26864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01184" y="29260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productos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26864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137160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Ilimitado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3136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34.90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03136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77456" y="29260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03136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Tracción Actual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reales con inversión mínima en publicidad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producción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146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generadas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mes de anuncios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S/0.18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visita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Meta 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S/18.92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122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publicidad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000" y="3520440"/>
            <a:ext cx="274320" cy="274320"/>
          </a:xfrm>
          <a:prstGeom prst="ellipse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657600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6576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lanzado, primeros 13 registros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520440"/>
            <a:ext cx="274320" cy="274320"/>
          </a:xfrm>
          <a:prstGeom prst="ellipse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657600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1460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campaña Meta Ads a S/0.18 por visita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3520440"/>
            <a:ext cx="274320" cy="274320"/>
          </a:xfrm>
          <a:prstGeom prst="ellipse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3657600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66344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cliente real con catálogo activo (Floreria Rouss)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89520" y="3520440"/>
            <a:ext cx="274320" cy="2743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clientes pagando → búsqueda de inversión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Perú tiene 4 millones de MYPEs. El 70% vende por WhatsApp.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737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MYPEs en Perú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Alcanzable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423160"/>
            <a:ext cx="1737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800K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38328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MYPEs con WhatsApp activo y smartphone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 años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423160"/>
            <a:ext cx="1737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15K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21792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pagando a S/17 promedio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Competencia: OlaClick y Rappi apuntan solo a restaurantes con sistemas complejos y costosos. Dizi apunta a cualquier MYPE que venda por WhatsApp.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crecimiento por fases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64008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— Mes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Onboarding guiado post-registro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Modelos exclusivos por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46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Seguimiento activo de leads WhatsApp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Meta: 10 clientes pagando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371600"/>
            <a:ext cx="26517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— 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176272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Analytics por catálogo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16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Pasarela de pago automática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346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móvil (Android)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Meta: 100 clientes pagando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371600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 — 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176272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Expansión a Ecuador y Colombia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816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Marketplace de plantillas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46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para integraciones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Meta: Búsqueda de inversión Serie 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64008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dizi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Únete a la revolución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catálogo digital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el Perú.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en etapa de crecimiento temprano, buscando aliados estratégicos que quieran digitalizar el comercio local peruano.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4114800"/>
            <a:ext cx="640080" cy="27432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14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dizi.idenza.site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462272"/>
            <a:ext cx="640080" cy="27432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4622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+51 925 176 472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809744"/>
            <a:ext cx="640080" cy="27432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809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4809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quispelujanjackfranklin@gmail.com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visita en Meta Ads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Dizi — Pitch Deck</dc:title>
  <dc:subject>PptxGenJS Presentation</dc:subject>
  <dc:creator>PptxGenJS</dc:creator>
  <cp:lastModifiedBy>PptxGenJS</cp:lastModifiedBy>
  <cp:revision>1</cp:revision>
  <dcterms:created xsi:type="dcterms:W3CDTF">2026-06-06T23:37:04Z</dcterms:created>
  <dcterms:modified xsi:type="dcterms:W3CDTF">2026-06-06T23:37:04Z</dcterms:modified>
</cp:coreProperties>
</file>