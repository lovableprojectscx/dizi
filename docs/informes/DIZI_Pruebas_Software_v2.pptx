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SaaS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Aseguramiento de Software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45720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evaluado: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Digital Multi-tenant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Supabase (PostgreSQL + RLS)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— dizi.idenza.site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Prueba y Desarrollo de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DIZI?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SaaS multi-tenant que permite a microempresarios peruanos crear catálogos digitales personalizados, compartirlos en redes sociales y recibir pedidos directamente por WhatsApp — sin comisiones ni conocimientos técnicos.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94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filtros, carrito → WhatsApp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1945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23036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0368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enlaces para redes sociales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5661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productos, diseño, configuración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5661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368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0368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global de tenants e impersonación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Pruebas Aplicadas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flujos críticos: registro de tienda, CRUD de productos, filtros del catálogo, generación de pedido a WhatsApp.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25856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67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87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RLS en Supabase: un tenant no puede acceder a datos de otro. Bypass de límites de plan desde el cliente bloqueado en servidor.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19125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99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4198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 imágenes Base64 → Storage URLs redujo el payload de consultas en ~98%. Validado en redes 4G/5G.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1239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Regresión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3525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Compilación npm run build exitosa sin advertencias después de cada migración SQL crítica aplicada en producción.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— Seguridad Multi-tenant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49040"/>
        </p:xfrm>
        <a:graphic>
          <a:graphicData uri="http://schemas.openxmlformats.org/drawingml/2006/table">
            <a:tbl>
              <a:tblPr/>
              <a:tblGrid>
                <a:gridCol w="594360"/>
                <a:gridCol w="1920240"/>
                <a:gridCol w="2103120"/>
                <a:gridCol w="21031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Prueba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 de tenant por RLS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B consulta productos de Tenant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retorna 0 filas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de límite plan (frontend)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modifica estado Zustand en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trunca a 7 productos via RPC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Edición de producto muestra (is_sample)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edita producto demo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is_sample forzado a false en guardado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super admin sin 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normal accede a /super/dashboard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Redirección a /super/login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Inserción reclamo sin autenticación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anónimo envía reclamo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insert_reclamacion (SECURITY DEFINER) acepta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almacenadas como Base64 en celdas de PostgreSQL.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consulta SELECT * transfería megabytes de texto en lugar de bytes → latencia crítica en móviles 4G/5G.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implementada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imágenes se suben a Supabase Storage (WebP); las URLs reemplazan al Base64.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masivo (UPDATE) limpió el Base64 histórico, sustituyéndolo por URLs ligeras → el catálogo carga en cualquier celular con señal variable.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063240"/>
            <a:ext cx="4572000" cy="1463040"/>
          </a:xfrm>
          <a:prstGeom prst="roundRect">
            <a:avLst>
              <a:gd name="adj" fmla="val 9375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3154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2860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peso de payload por consulta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— Lógica Server-Side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detectada y corregida: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restricciones del Plan Semilla (límite de 7 productos, 5 enlaces) se validaban solo en el cliente (Zustand/Frontend). Un usuario técnico podía modificar el estado en el navegador para saltarse los límites.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95728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get_public_store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función PostgreSQL que valida vencimiento, calcula períodos de gracia y trunca productos/enlaces antes de enviar al cliente.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premium bloqueadas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5204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fondo, tema y estilo de botón son sobrescritos en servidor para plan gratuito. El cliente recibe el JSON ya limitado.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233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imágenes por 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4348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PublicCatalog.tsx usa .in('id', productIds) en lugar de store_id. Solo descarga URLs de los productos autorizados por el servidor.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Datos — Libro de Reclamaciones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legal INDECOPI — Perú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Correlativo único por tenant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pg_advisory_xact_lock garantiza que dos reclamos simultáneos nunca compartan el mismo número correlativo.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DEFINER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anónimos pueden insertar reclamos sin autenticación. El servidor autocompleta RUC y razón social del comercio de forma segura.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post-respuesta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que el comerciante responde el reclamo, el sistema bloquea modificaciones posteriores para garantizar consistencia legal.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✎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PDF on-demand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en cliente con html2canvas + jsPDF según formato estándar INDECOPI. Prueba: descarga correcta en múltiples dispositivos.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payload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migración de imágenes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seguridad aprobados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325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críticas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actual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clave: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arquitectura multi-tenant con RLS garantiza aislamiento completo de datos entre comercios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Mover la lógica de límites al servidor elimina vulnerabilidades de bypass del cliente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optimización de imágenes es crítica para UX en mercados con conectividad variable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Las funciones PL/pgSQL transaccionales aseguran integridad legal del libro de reclamaciones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y Aseguramiento de Software - DIZI</dc:title>
  <dc:subject>PptxGenJS Presentation</dc:subject>
  <dc:creator>PptxGenJS</dc:creator>
  <cp:lastModifiedBy>PptxGenJS</cp:lastModifiedBy>
  <cp:revision>1</cp:revision>
  <dcterms:created xsi:type="dcterms:W3CDTF">2026-06-09T14:32:59Z</dcterms:created>
  <dcterms:modified xsi:type="dcterms:W3CDTF">2026-06-09T14:32:59Z</dcterms:modified>
</cp:coreProperties>
</file>