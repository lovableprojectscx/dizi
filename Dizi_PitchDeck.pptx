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dizi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Digitales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5544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Revolución del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Catálogo Web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Digitalizando el comercio local peruano con velocidad y simplicidad.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1480" y="3931920"/>
            <a:ext cx="25603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950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activos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3931920"/>
            <a:ext cx="25603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3950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S/0.18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4612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visita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3931920"/>
            <a:ext cx="2560320" cy="8686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3950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08076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generadas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dizi.idenza.site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80% de MYPEs peruanas vende por WhatsApp de forma caótica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60020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pesados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9202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debe descargar archivos que ocupan espacio y se quedan desactualizados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16002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5544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sueltas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77840" y="19202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precios en texto, imágenes sin orden ni descripción clara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154680"/>
            <a:ext cx="457200" cy="45720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perdido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88720" y="3474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vendedor responde las mismas preguntas una y otra vez manualmente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97180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83480" y="31546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perdidas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577840" y="3474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se aburre y compra en otro lugar que le da información clara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Solución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catálogo digital profesional listo en 2 minutos, compartible por WhatsApp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09728" cy="146304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 convierte cualquier negocio peruano en una tienda digital profesional, sin técnicos, sin apps y sin complicaciones.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01752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017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web 100% móvil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301752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301752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3017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para Instagram y Facebook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01752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301752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301752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QR descargable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9476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premium por nicho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379476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379476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PDF del catálogo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794760"/>
            <a:ext cx="2697480" cy="594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3794760"/>
            <a:ext cx="54864" cy="59436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82512" y="379476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completo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Producto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un negocio necesita para vender digitalmente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Negocio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Gestión de productos con fotos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Categorías ilimitadas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7797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Personalización de diseño y color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2095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Subida de logo y banner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639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Estadísticas de visitas y clicks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069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Libro de reclamaciones integrado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325880"/>
            <a:ext cx="393192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Público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URL única: dizi.idenza.site/t/tunegocio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Bio-Link para redes sociales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7797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Búsqueda inteligente de productos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20954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Botón de WhatsApp por producto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6393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Código QR descargable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69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17 modelos de diseño por nicho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Diseño Premium por Nicho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catálogo se diseña para el tipo de negocio — no un template genérico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3840480" cy="64008"/>
          </a:xfrm>
          <a:prstGeom prst="rect">
            <a:avLst/>
          </a:prstGeom>
          <a:solidFill>
            <a:srgbClr val="F9A8D4"/>
          </a:solidFill>
          <a:ln w="12700">
            <a:solidFill>
              <a:srgbClr val="F9A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Floreria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con foto de portada cinematografica, tipografia serif elegante, categorias de arreglos y ramos, paleta rosada premium.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cliente real: Floreria Rouss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dizi.idenza.site/t/rouss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84048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371600"/>
            <a:ext cx="384048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508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Restaurante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dark mode cinematografico, tipografia bold industrial, productos destacados con precio y precio tachado, badge DESTACADO.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Demo: Burger Co.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nichos en desarrollo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modelos por nicho en desarrollo — acceso anticipado para usuarios Pro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Planes y Precios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Accesibles para el mercado peruano. Sin permanencia.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20116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Semilla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 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productos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+ QR + Panel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50592" y="1371600"/>
            <a:ext cx="2011680" cy="3383280"/>
          </a:xfrm>
          <a:prstGeom prst="rect">
            <a:avLst/>
          </a:prstGeom>
          <a:solidFill>
            <a:srgbClr val="0A1628"/>
          </a:solidFill>
          <a:ln w="12700">
            <a:solidFill>
              <a:srgbClr val="FF823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371600"/>
            <a:ext cx="201168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16352" y="1188720"/>
            <a:ext cx="1280160" cy="25603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16352" y="118872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50592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Emprendedor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50592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 14.90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450592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24912" y="2926080"/>
            <a:ext cx="14630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0592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productos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50592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+ QR + Panel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26864" y="137160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26864" y="1371600"/>
            <a:ext cx="2011680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26864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 19.90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626864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01184" y="29260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productos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626864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+ QR + Panel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03136" y="1371600"/>
            <a:ext cx="2011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03136" y="1371600"/>
            <a:ext cx="2011680" cy="7315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03136" y="15727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Ilimitado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03136" y="20116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 34.90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03136" y="25786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77456" y="2926080"/>
            <a:ext cx="1463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017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límite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803136" y="3429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Bio-Link + QR + Panel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Tracción Actual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reales con inversión mínima en publicidad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202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1920240" cy="54864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reales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en producción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202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14600" y="1371600"/>
            <a:ext cx="1920240" cy="54864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104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51460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generadas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mes de anuncios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9202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71600"/>
            <a:ext cx="1920240" cy="54864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S/0.18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66344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visita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6344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Meta Ads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1371600"/>
            <a:ext cx="192024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12280" y="1371600"/>
            <a:ext cx="1920240" cy="54864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5087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S/18.92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812280" y="21031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total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24231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publicidad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clave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43000" y="3520440"/>
            <a:ext cx="274320" cy="274320"/>
          </a:xfrm>
          <a:prstGeom prst="ellipse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7320" y="3657600"/>
            <a:ext cx="1143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365760" y="3840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lanzado, primeros 13 registros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3520440"/>
            <a:ext cx="274320" cy="274320"/>
          </a:xfrm>
          <a:prstGeom prst="ellipse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657600"/>
            <a:ext cx="1143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14600" y="3840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1460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campaña Meta Ads a S/0.18 por visita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40680" y="3520440"/>
            <a:ext cx="274320" cy="274320"/>
          </a:xfrm>
          <a:prstGeom prst="ellipse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3657600"/>
            <a:ext cx="1143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4663440" y="3840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cliente real con catálogo activo (Floreria Rouss)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89520" y="3520440"/>
            <a:ext cx="274320" cy="27432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12280" y="38404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12280" y="41148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clientes pagando → búsqueda de inversión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Mercado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Perú tiene 4 millones de MYPEs. El 70% vende por WhatsApp.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2918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1737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4M+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MYPEs en Perú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3291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Alcanzable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423160"/>
            <a:ext cx="1737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800K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338328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MYPEs con WhatsApp activo y smartphone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1371600"/>
            <a:ext cx="2651760" cy="329184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1508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3504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3 años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2423160"/>
            <a:ext cx="1737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5603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15K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6217920" y="33832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pagando a S/17 promedio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Competencia: OlaClick y Rappi apuntan solo a restaurantes con sistemas complejos y costosos. Dizi apunta a cualquier MYPE que venda por WhatsApp.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crecimiento por fases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5176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2651760" cy="64008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— Mes 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176272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Onboarding guiado post-registro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163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Modelos exclusivos por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467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Seguimiento activo de leads WhatsApp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8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Meta: 10 clientes pagando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371600"/>
            <a:ext cx="265176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371600"/>
            <a:ext cx="265176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 — 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0" y="2176272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Analytics por catálogo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28163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Pasarela de pago automática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3467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 móvil (Android)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Meta: 100 clientes pagando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265176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371600"/>
            <a:ext cx="26517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350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6 — 12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09360" y="2176272"/>
            <a:ext cx="2103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286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Expansión a Ecuador y Colombia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81635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Marketplace de plantillas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346704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para integraciones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3877056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Meta: Búsqueda de inversión Serie 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6400800"/>
          </a:xfrm>
          <a:prstGeom prst="rect">
            <a:avLst/>
          </a:prstGeom>
          <a:solidFill>
            <a:srgbClr val="0D1F35"/>
          </a:solidFill>
          <a:ln w="12700">
            <a:solidFill>
              <a:srgbClr val="0D1F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dizi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118872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Únete a la revolución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 catálogo digital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el Perú.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en etapa de crecimiento temprano, buscando aliados estratégicos que quieran digitalizar el comercio local peruano.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4114800"/>
            <a:ext cx="640080" cy="27432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4114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" y="4114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dizi.idenza.site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462272"/>
            <a:ext cx="640080" cy="27432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46227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+51 925 176 472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809744"/>
            <a:ext cx="640080" cy="274320"/>
          </a:xfrm>
          <a:prstGeom prst="rect">
            <a:avLst/>
          </a:prstGeom>
          <a:solidFill>
            <a:srgbClr val="FF823A"/>
          </a:solidFill>
          <a:ln w="12700">
            <a:solidFill>
              <a:srgbClr val="FF82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8097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" y="48097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quispelujanjackfranklin@gmail.com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0" y="1097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82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6217920" y="2377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reales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886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visita en Meta Ads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Dizi — Pitch Deck</dc:title>
  <dc:subject>PptxGenJS Presentation</dc:subject>
  <dc:creator>PptxGenJS</dc:creator>
  <cp:lastModifiedBy>PptxGenJS</cp:lastModifiedBy>
  <cp:revision>1</cp:revision>
  <dcterms:created xsi:type="dcterms:W3CDTF">2026-06-06T23:37:04Z</dcterms:created>
  <dcterms:modified xsi:type="dcterms:W3CDTF">2026-06-06T23:37:04Z</dcterms:modified>
</cp:coreProperties>
</file>